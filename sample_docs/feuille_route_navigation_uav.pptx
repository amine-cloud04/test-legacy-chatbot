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Feuille de route navigation UAV</a:t>
            </a:r>
          </a:p>
        </p:txBody>
      </p:sp>
      <p:sp>
        <p:nvSpPr>
          <p:cNvPr id="3" name="Subtitle 2"/>
          <p:cNvSpPr>
            <a:spLocks noGrp="1"/>
          </p:cNvSpPr>
          <p:nvPr>
            <p:ph type="subTitle" idx="1"/>
          </p:nvPr>
        </p:nvSpPr>
        <p:spPr/>
        <p:txBody>
          <a:bodyPr/>
          <a:lstStyle/>
          <a:p>
            <a:r>
              <a:t>Corpus de démonstration pour tester le retrieval et la génération locale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Pile de navigation</a:t>
            </a:r>
          </a:p>
        </p:txBody>
      </p:sp>
      <p:sp>
        <p:nvSpPr>
          <p:cNvPr id="3" name="Content Placeholder 2"/>
          <p:cNvSpPr>
            <a:spLocks noGrp="1"/>
          </p:cNvSpPr>
          <p:nvPr>
            <p:ph idx="1"/>
          </p:nvPr>
        </p:nvSpPr>
        <p:spPr/>
        <p:txBody>
          <a:bodyPr/>
          <a:lstStyle/>
          <a:p>
            <a:r>
              <a:t>La pile de navigation UAV combine GNSS, IMU, vision par ordinateur et fusion de capteurs. La feuille de route privilégie un fonctionnement robuste dans des environnements GNSS dégradés. La pile de navigation UAV combine GNSS, IMU, vision par ordinateur et fusion de capteurs. La feuille de route privilégie un fonctionnement robuste dans des environnements GNSS dégradés. Le dossier conserve une traçabilité complète entre exigences, essais et décisions d'architecture. La pile de navigation UAV combine GNSS, IMU, vision par ordinateur et fusion de capteurs. La feuille de route privilégie un fonctionnement robuste dans des environnements GNSS dégradés. Les résultats sont archivés avec des critères d'acceptation, des limites connues et des références de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Risques ouverts</a:t>
            </a:r>
          </a:p>
        </p:txBody>
      </p:sp>
      <p:sp>
        <p:nvSpPr>
          <p:cNvPr id="3" name="Content Placeholder 2"/>
          <p:cNvSpPr>
            <a:spLocks noGrp="1"/>
          </p:cNvSpPr>
          <p:nvPr>
            <p:ph idx="1"/>
          </p:nvPr>
        </p:nvSpPr>
        <p:spPr/>
        <p:txBody>
          <a:bodyPr/>
          <a:lstStyle/>
          <a:p>
            <a:r>
              <a:t>Les risques ouverts incluent la dérive de l'odométrie visuelle, les limites de calcul embarqué et l'effort de validation pour les cas de sécurité avionique. Les risques ouverts incluent la dérive de l'odométrie visuelle, les limites de calcul embarqué et l'effort de validation pour les cas de sécurité avionique. Le dossier conserve une traçabilité complète entre exigences, essais et décisions d'architecture. Les risques ouverts incluent la dérive de l'odométrie visuelle, les limites de calcul embarqué et l'effort de validation pour les cas de sécurité avionique. Les résultats sont archivés avec des critères d'acceptation, des limites connues et des références de test.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Priorités de développement</a:t>
            </a:r>
          </a:p>
        </p:txBody>
      </p:sp>
      <p:sp>
        <p:nvSpPr>
          <p:cNvPr id="3" name="Content Placeholder 2"/>
          <p:cNvSpPr>
            <a:spLocks noGrp="1"/>
          </p:cNvSpPr>
          <p:nvPr>
            <p:ph idx="1"/>
          </p:nvPr>
        </p:nvSpPr>
        <p:spPr/>
        <p:txBody>
          <a:bodyPr/>
          <a:lstStyle/>
          <a:p>
            <a:r>
              <a:t>Les priorités incluent la validation en environnement dégradé, l'amélioration de la fusion multi-capteurs et la réduction de la dépendance aux signaux GNSS stables. Les priorités incluent la validation en environnement dégradé, l'amélioration de la fusion multi-capteurs et la réduction de la dépendance aux signaux GNSS stables. Le dossier conserve une traçabilité complète entre exigences, essais et décisions d'architecture. Les priorités incluent la validation en environnement dégradé, l'amélioration de la fusion multi-capteurs et la réduction de la dépendance aux signaux GNSS stables. Les résultats sont archivés avec des critères d'acceptation, des limites connues et des références de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Critères d'acceptation</a:t>
            </a:r>
          </a:p>
        </p:txBody>
      </p:sp>
      <p:sp>
        <p:nvSpPr>
          <p:cNvPr id="3" name="Content Placeholder 2"/>
          <p:cNvSpPr>
            <a:spLocks noGrp="1"/>
          </p:cNvSpPr>
          <p:nvPr>
            <p:ph idx="1"/>
          </p:nvPr>
        </p:nvSpPr>
        <p:spPr/>
        <p:txBody>
          <a:bodyPr/>
          <a:lstStyle/>
          <a:p>
            <a:r>
              <a:t>Les critères d'acceptation demandent une répétabilité suffisante, une latence maîtrisée et des preuves documentaires associant chaque exigence aux résultats d'essai. Les critères d'acceptation demandent une répétabilité suffisante, une latence maîtrisée et des preuves documentaires associant chaque exigence aux résultats d'essai. Le dossier conserve une traçabilité complète entre exigences, essais et décisions d'architecture. Les critères d'acceptation demandent une répétabilité suffisante, une latence maîtrisée et des preuves documentaires associant chaque exigence aux résultats d'essai. Les résultats sont archivés avec des critères d'acceptation, des limites connues et des références de test.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Feuille de route navigation UAV</dc:title>
  <dc:subject/>
  <dc:creator>Assistant de connaissances R&amp;D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
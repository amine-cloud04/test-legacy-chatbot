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Vue système avionique</a:t>
            </a:r>
          </a:p>
        </p:txBody>
      </p:sp>
      <p:sp>
        <p:nvSpPr>
          <p:cNvPr id="3" name="Subtitle 2"/>
          <p:cNvSpPr>
            <a:spLocks noGrp="1"/>
          </p:cNvSpPr>
          <p:nvPr>
            <p:ph type="subTitle" idx="1"/>
          </p:nvPr>
        </p:nvSpPr>
        <p:spPr/>
        <p:txBody>
          <a:bodyPr/>
          <a:lstStyle/>
          <a:p>
            <a:r>
              <a:t>Corpus de démonstration pour tester le retrieval et la génération locale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sp>
        <p:nvSpPr>
          <p:cNvPr id="3" name="Content Placeholder 2"/>
          <p:cNvSpPr>
            <a:spLocks noGrp="1"/>
          </p:cNvSpPr>
          <p:nvPr>
            <p:ph idx="1"/>
          </p:nvPr>
        </p:nvSpPr>
        <p:spPr/>
        <p:txBody>
          <a:bodyPr/>
          <a:lstStyle/>
          <a:p>
            <a:r>
              <a:t>L'architecture avionique met en relation capteurs, calculateur embarqué, liaisons de données et fonctions de supervision. Les interfaces doivent rester déterministes malgré les variations de charge. L'architecture avionique met en relation capteurs, calculateur embarqué, liaisons de données et fonctions de supervision. Les interfaces doivent rester déterministes malgré les variations de charge. Le dossier conserve une traçabilité complète entre exigences, essais et décisions d'architecture. L'architecture avionique met en relation capteurs, calculateur embarqué, liaisons de données et fonctions de supervision. Les interfaces doivent rester déterministes malgré les variations de charge. Les résultats sont archivés avec des critères d'acceptation, des limites connues et des références de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Validation</a:t>
            </a:r>
          </a:p>
        </p:txBody>
      </p:sp>
      <p:sp>
        <p:nvSpPr>
          <p:cNvPr id="3" name="Content Placeholder 2"/>
          <p:cNvSpPr>
            <a:spLocks noGrp="1"/>
          </p:cNvSpPr>
          <p:nvPr>
            <p:ph idx="1"/>
          </p:nvPr>
        </p:nvSpPr>
        <p:spPr/>
        <p:txBody>
          <a:bodyPr/>
          <a:lstStyle/>
          <a:p>
            <a:r>
              <a:t>La validation couvre l'intégration matérielle, les essais environnementaux et les scénarios de panne ou de dégradation partielle. La validation couvre l'intégration matérielle, les essais environnementaux et les scénarios de panne ou de dégradation partielle. Le dossier conserve une traçabilité complète entre exigences, essais et décisions d'architecture. La validation couvre l'intégration matérielle, les essais environnementaux et les scénarios de panne ou de dégradation partielle. Les résultats sont archivés avec des critères d'acceptation, des limites connues et des références de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Gouvernance</a:t>
            </a:r>
          </a:p>
        </p:txBody>
      </p:sp>
      <p:sp>
        <p:nvSpPr>
          <p:cNvPr id="3" name="Content Placeholder 2"/>
          <p:cNvSpPr>
            <a:spLocks noGrp="1"/>
          </p:cNvSpPr>
          <p:nvPr>
            <p:ph idx="1"/>
          </p:nvPr>
        </p:nvSpPr>
        <p:spPr/>
        <p:txBody>
          <a:bodyPr/>
          <a:lstStyle/>
          <a:p>
            <a:r>
              <a:t>La gouvernance impose une traçabilité forte des exigences, des preuves et des écarts jusqu'à la clôture. La gouvernance impose une traçabilité forte des exigences, des preuves et des écarts jusqu'à la clôture. Le dossier conserve une traçabilité complète entre exigences, essais et décisions d'architecture. La gouvernance impose une traçabilité forte des exigences, des preuves et des écarts jusqu'à la clôture. Les résultats sont archivés avec des critères d'acceptation, des limites connues et des références de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Décisions</a:t>
            </a:r>
          </a:p>
        </p:txBody>
      </p:sp>
      <p:sp>
        <p:nvSpPr>
          <p:cNvPr id="3" name="Content Placeholder 2"/>
          <p:cNvSpPr>
            <a:spLocks noGrp="1"/>
          </p:cNvSpPr>
          <p:nvPr>
            <p:ph idx="1"/>
          </p:nvPr>
        </p:nvSpPr>
        <p:spPr/>
        <p:txBody>
          <a:bodyPr/>
          <a:lstStyle/>
          <a:p>
            <a:r>
              <a:t>Les décisions d'architecture doivent documenter les compromis entre performance, sécurité, consommation et maintenabilité. Les décisions d'architecture doivent documenter les compromis entre performance, sécurité, consommation et maintenabilité. Le dossier conserve une traçabilité complète entre exigences, essais et décisions d'architecture. Les décisions d'architecture doivent documenter les compromis entre performance, sécurité, consommation et maintenabilité. Les résultats sont archivés avec des critères d'acceptation, des limites connues et des références de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Vue système avionique</dc:title>
  <dc:subject/>
  <dc:creator>Assistant de connaissances R&amp;D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
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UAV Navigation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Autonomous navigation priorities for R&amp;D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Navigation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UAV navigation stack combines GNSS, IMU, computer vision, and sensor fusion. The roadmap prioritises robust operation in degraded GNSS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risks include visual odometry drift, embedded compute limits, and validation effort for avionics safety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UAV Navigation Roadmap</dc:title>
  <dc:subject/>
  <dc:creator>R&amp;D Knowledge Assistant Demo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
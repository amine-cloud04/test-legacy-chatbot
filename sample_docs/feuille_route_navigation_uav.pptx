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Feuille de route navigation UAV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Priorités de navigation autonome pour la revue R&amp;D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Pile de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pile de navigation UAV combine GNSS, IMU, vision par ordinateur et fusion de capteurs. La feuille de route privilégie un fonctionnement robuste dans des environnements GNSS dégradés.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Risques ouverts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risques ouverts incluent la dérive de l'odométrie visuelle, les limites de calcul embarqué et l'effort de validation pour les cas de sécurité avionique.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Feuille de route navigation UAV</dc:title>
  <dc:subject/>
  <dc:creator>Assistant de connaissances R&amp;D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